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11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2577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60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4956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58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63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6884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71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8558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7306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015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140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54874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605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905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249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97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AF07C1-6FFB-47C8-99B4-4622CCA7B2CC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5C209A9-4760-469D-88C0-E36F01CC6EB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858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12AEF3-C8EF-93C5-81E8-E3C390FC62D6}"/>
              </a:ext>
            </a:extLst>
          </p:cNvPr>
          <p:cNvSpPr txBox="1"/>
          <p:nvPr/>
        </p:nvSpPr>
        <p:spPr>
          <a:xfrm>
            <a:off x="3956180" y="612845"/>
            <a:ext cx="422676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E" dirty="0"/>
              <a:t>Internet</a:t>
            </a:r>
          </a:p>
          <a:p>
            <a:pPr algn="ctr"/>
            <a:r>
              <a:rPr lang="en-SE" dirty="0"/>
              <a:t>     │</a:t>
            </a:r>
          </a:p>
          <a:p>
            <a:pPr algn="ctr"/>
            <a:r>
              <a:rPr lang="en-SE" dirty="0"/>
              <a:t>     ▼</a:t>
            </a:r>
          </a:p>
          <a:p>
            <a:pPr algn="ctr"/>
            <a:r>
              <a:rPr lang="en-SE" dirty="0"/>
              <a:t>Internet Gateway</a:t>
            </a:r>
          </a:p>
          <a:p>
            <a:pPr algn="ctr"/>
            <a:r>
              <a:rPr lang="en-SE" dirty="0"/>
              <a:t>     │</a:t>
            </a:r>
          </a:p>
          <a:p>
            <a:pPr algn="ctr"/>
            <a:r>
              <a:rPr lang="en-SE" dirty="0"/>
              <a:t>     ▼</a:t>
            </a:r>
          </a:p>
          <a:p>
            <a:pPr algn="ctr"/>
            <a:r>
              <a:rPr lang="en-SE" dirty="0"/>
              <a:t>Amazon VPC</a:t>
            </a:r>
          </a:p>
          <a:p>
            <a:pPr algn="ctr"/>
            <a:r>
              <a:rPr lang="en-SE" dirty="0"/>
              <a:t>├──────────────┐</a:t>
            </a:r>
          </a:p>
          <a:p>
            <a:pPr algn="ctr"/>
            <a:r>
              <a:rPr lang="en-SE" dirty="0"/>
              <a:t>│              │</a:t>
            </a:r>
          </a:p>
          <a:p>
            <a:pPr algn="ctr"/>
            <a:r>
              <a:rPr lang="en-SE" dirty="0"/>
              <a:t>▼              ▼</a:t>
            </a:r>
          </a:p>
          <a:p>
            <a:pPr algn="ctr"/>
            <a:r>
              <a:rPr lang="en-SE" dirty="0"/>
              <a:t>Public      Private</a:t>
            </a:r>
          </a:p>
          <a:p>
            <a:pPr algn="ctr"/>
            <a:r>
              <a:rPr lang="en-SE" dirty="0"/>
              <a:t>Subnet       </a:t>
            </a:r>
            <a:r>
              <a:rPr lang="en-SE" dirty="0" err="1"/>
              <a:t>Subnet</a:t>
            </a:r>
            <a:endParaRPr lang="en-SE" dirty="0"/>
          </a:p>
          <a:p>
            <a:pPr algn="ctr"/>
            <a:r>
              <a:rPr lang="en-SE" dirty="0"/>
              <a:t>│              │</a:t>
            </a:r>
          </a:p>
          <a:p>
            <a:pPr algn="ctr"/>
            <a:r>
              <a:rPr lang="en-SE" dirty="0"/>
              <a:t>EC2         Future Resources</a:t>
            </a:r>
          </a:p>
          <a:p>
            <a:pPr algn="ctr"/>
            <a:r>
              <a:rPr lang="en-SE" dirty="0"/>
              <a:t>│</a:t>
            </a:r>
          </a:p>
          <a:p>
            <a:pPr algn="ctr"/>
            <a:r>
              <a:rPr lang="en-SE" dirty="0"/>
              <a:t>Security Groups</a:t>
            </a:r>
          </a:p>
          <a:p>
            <a:pPr algn="ctr"/>
            <a:r>
              <a:rPr lang="en-SE" dirty="0"/>
              <a:t>│</a:t>
            </a:r>
          </a:p>
          <a:p>
            <a:pPr algn="ctr"/>
            <a:r>
              <a:rPr lang="en-SE" dirty="0"/>
              <a:t>CloudTrail</a:t>
            </a:r>
          </a:p>
          <a:p>
            <a:pPr algn="ctr"/>
            <a:r>
              <a:rPr lang="en-SE" dirty="0"/>
              <a:t>│</a:t>
            </a:r>
          </a:p>
          <a:p>
            <a:pPr algn="ctr"/>
            <a:r>
              <a:rPr lang="en-SE" dirty="0"/>
              <a:t>SNS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861294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35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Organic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RANJITHA R Ramesh</dc:creator>
  <cp:lastModifiedBy>RANJITHA R Ramesh</cp:lastModifiedBy>
  <cp:revision>1</cp:revision>
  <dcterms:created xsi:type="dcterms:W3CDTF">2026-07-03T09:34:32Z</dcterms:created>
  <dcterms:modified xsi:type="dcterms:W3CDTF">2026-07-03T09:34:48Z</dcterms:modified>
</cp:coreProperties>
</file>